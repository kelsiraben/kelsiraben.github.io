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63" r:id="rId5"/>
    <p:sldId id="264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9BF1D54-2CBE-4689-B8FF-49AD518E4E7D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0C2F"/>
    <a:srgbClr val="195970"/>
    <a:srgbClr val="231F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lsi E. Raben" userId="cfad9635-da2a-4607-b0ae-ad7c4b633248" providerId="ADAL" clId="{37852649-AAD0-4274-9438-EDF996B40EA7}"/>
    <pc:docChg chg="undo custSel addSld delSld modSld sldOrd modMainMaster delSection modSection">
      <pc:chgData name="Kelsi E. Raben" userId="cfad9635-da2a-4607-b0ae-ad7c4b633248" providerId="ADAL" clId="{37852649-AAD0-4274-9438-EDF996B40EA7}" dt="2026-06-16T20:10:19.971" v="1504" actId="20577"/>
      <pc:docMkLst>
        <pc:docMk/>
      </pc:docMkLst>
      <pc:sldChg chg="del modNotesTx">
        <pc:chgData name="Kelsi E. Raben" userId="cfad9635-da2a-4607-b0ae-ad7c4b633248" providerId="ADAL" clId="{37852649-AAD0-4274-9438-EDF996B40EA7}" dt="2026-06-16T20:10:19.971" v="1504" actId="20577"/>
        <pc:sldMkLst>
          <pc:docMk/>
          <pc:sldMk cId="258135" sldId="263"/>
        </pc:sldMkLst>
      </pc:sldChg>
      <pc:sldChg chg="del">
        <pc:chgData name="Kelsi E. Raben" userId="cfad9635-da2a-4607-b0ae-ad7c4b633248" providerId="ADAL" clId="{37852649-AAD0-4274-9438-EDF996B40EA7}" dt="2026-06-01T19:00:49.275" v="453" actId="2696"/>
        <pc:sldMkLst>
          <pc:docMk/>
          <pc:sldMk cId="399322352" sldId="264"/>
        </pc:sldMkLst>
      </pc:sldChg>
      <pc:sldChg chg="del">
        <pc:chgData name="Kelsi E. Raben" userId="cfad9635-da2a-4607-b0ae-ad7c4b633248" providerId="ADAL" clId="{37852649-AAD0-4274-9438-EDF996B40EA7}" dt="2026-06-01T19:00:51.433" v="454" actId="2696"/>
        <pc:sldMkLst>
          <pc:docMk/>
          <pc:sldMk cId="1941768279" sldId="265"/>
        </pc:sldMkLst>
      </pc:sldChg>
      <pc:sldMasterChg chg="delSp modSp mod setBg modSldLayout">
        <pc:chgData name="Kelsi E. Raben" userId="cfad9635-da2a-4607-b0ae-ad7c4b633248" providerId="ADAL" clId="{37852649-AAD0-4274-9438-EDF996B40EA7}" dt="2026-06-01T19:22:41.922" v="824" actId="207"/>
        <pc:sldMasterMkLst>
          <pc:docMk/>
          <pc:sldMasterMk cId="3036872148" sldId="2147483648"/>
        </pc:sldMasterMkLst>
        <pc:spChg chg="mod">
          <ac:chgData name="Kelsi E. Raben" userId="cfad9635-da2a-4607-b0ae-ad7c4b633248" providerId="ADAL" clId="{37852649-AAD0-4274-9438-EDF996B40EA7}" dt="2026-06-01T19:22:34.214" v="823" actId="207"/>
          <ac:spMkLst>
            <pc:docMk/>
            <pc:sldMasterMk cId="3036872148" sldId="2147483648"/>
            <ac:spMk id="2" creationId="{BEC8984D-8261-20D9-A927-5CCDCC9B5176}"/>
          </ac:spMkLst>
        </pc:spChg>
        <pc:sldLayoutChg chg="modSp mod setBg">
          <pc:chgData name="Kelsi E. Raben" userId="cfad9635-da2a-4607-b0ae-ad7c4b633248" providerId="ADAL" clId="{37852649-AAD0-4274-9438-EDF996B40EA7}" dt="2026-06-01T19:22:41.922" v="824" actId="207"/>
          <pc:sldLayoutMkLst>
            <pc:docMk/>
            <pc:sldMasterMk cId="3036872148" sldId="2147483648"/>
            <pc:sldLayoutMk cId="447985639" sldId="2147483649"/>
          </pc:sldLayoutMkLst>
          <pc:spChg chg="mod">
            <ac:chgData name="Kelsi E. Raben" userId="cfad9635-da2a-4607-b0ae-ad7c4b633248" providerId="ADAL" clId="{37852649-AAD0-4274-9438-EDF996B40EA7}" dt="2026-06-01T19:22:41.922" v="824" actId="207"/>
            <ac:spMkLst>
              <pc:docMk/>
              <pc:sldMasterMk cId="3036872148" sldId="2147483648"/>
              <pc:sldLayoutMk cId="447985639" sldId="2147483649"/>
              <ac:spMk id="2" creationId="{F6ED5CD1-4049-CC06-9B0F-95AA9A54C2C6}"/>
            </ac:spMkLst>
          </pc:spChg>
        </pc:sldLayoutChg>
        <pc:sldLayoutChg chg="delSp modSp mod setBg">
          <pc:chgData name="Kelsi E. Raben" userId="cfad9635-da2a-4607-b0ae-ad7c4b633248" providerId="ADAL" clId="{37852649-AAD0-4274-9438-EDF996B40EA7}" dt="2026-06-01T19:09:02.762" v="465"/>
          <pc:sldLayoutMkLst>
            <pc:docMk/>
            <pc:sldMasterMk cId="3036872148" sldId="2147483648"/>
            <pc:sldLayoutMk cId="3849459440" sldId="2147483650"/>
          </pc:sldLayoutMkLst>
        </pc:sldLayoutChg>
        <pc:sldLayoutChg chg="setBg">
          <pc:chgData name="Kelsi E. Raben" userId="cfad9635-da2a-4607-b0ae-ad7c4b633248" providerId="ADAL" clId="{37852649-AAD0-4274-9438-EDF996B40EA7}" dt="2026-06-01T19:09:02.762" v="465"/>
          <pc:sldLayoutMkLst>
            <pc:docMk/>
            <pc:sldMasterMk cId="3036872148" sldId="2147483648"/>
            <pc:sldLayoutMk cId="1250828235" sldId="2147483651"/>
          </pc:sldLayoutMkLst>
        </pc:sldLayoutChg>
        <pc:sldLayoutChg chg="setBg">
          <pc:chgData name="Kelsi E. Raben" userId="cfad9635-da2a-4607-b0ae-ad7c4b633248" providerId="ADAL" clId="{37852649-AAD0-4274-9438-EDF996B40EA7}" dt="2026-06-01T19:09:02.762" v="465"/>
          <pc:sldLayoutMkLst>
            <pc:docMk/>
            <pc:sldMasterMk cId="3036872148" sldId="2147483648"/>
            <pc:sldLayoutMk cId="3156803951" sldId="2147483652"/>
          </pc:sldLayoutMkLst>
        </pc:sldLayoutChg>
        <pc:sldLayoutChg chg="setBg">
          <pc:chgData name="Kelsi E. Raben" userId="cfad9635-da2a-4607-b0ae-ad7c4b633248" providerId="ADAL" clId="{37852649-AAD0-4274-9438-EDF996B40EA7}" dt="2026-06-01T19:09:02.762" v="465"/>
          <pc:sldLayoutMkLst>
            <pc:docMk/>
            <pc:sldMasterMk cId="3036872148" sldId="2147483648"/>
            <pc:sldLayoutMk cId="2035184898" sldId="2147483653"/>
          </pc:sldLayoutMkLst>
        </pc:sldLayoutChg>
        <pc:sldLayoutChg chg="setBg">
          <pc:chgData name="Kelsi E. Raben" userId="cfad9635-da2a-4607-b0ae-ad7c4b633248" providerId="ADAL" clId="{37852649-AAD0-4274-9438-EDF996B40EA7}" dt="2026-06-01T19:09:02.762" v="465"/>
          <pc:sldLayoutMkLst>
            <pc:docMk/>
            <pc:sldMasterMk cId="3036872148" sldId="2147483648"/>
            <pc:sldLayoutMk cId="4284790890" sldId="2147483654"/>
          </pc:sldLayoutMkLst>
        </pc:sldLayoutChg>
        <pc:sldLayoutChg chg="setBg">
          <pc:chgData name="Kelsi E. Raben" userId="cfad9635-da2a-4607-b0ae-ad7c4b633248" providerId="ADAL" clId="{37852649-AAD0-4274-9438-EDF996B40EA7}" dt="2026-06-01T19:09:02.762" v="465"/>
          <pc:sldLayoutMkLst>
            <pc:docMk/>
            <pc:sldMasterMk cId="3036872148" sldId="2147483648"/>
            <pc:sldLayoutMk cId="2398253247" sldId="2147483655"/>
          </pc:sldLayoutMkLst>
        </pc:sldLayoutChg>
        <pc:sldLayoutChg chg="setBg">
          <pc:chgData name="Kelsi E. Raben" userId="cfad9635-da2a-4607-b0ae-ad7c4b633248" providerId="ADAL" clId="{37852649-AAD0-4274-9438-EDF996B40EA7}" dt="2026-06-01T19:09:02.762" v="465"/>
          <pc:sldLayoutMkLst>
            <pc:docMk/>
            <pc:sldMasterMk cId="3036872148" sldId="2147483648"/>
            <pc:sldLayoutMk cId="1649429531" sldId="2147483656"/>
          </pc:sldLayoutMkLst>
        </pc:sldLayoutChg>
        <pc:sldLayoutChg chg="setBg">
          <pc:chgData name="Kelsi E. Raben" userId="cfad9635-da2a-4607-b0ae-ad7c4b633248" providerId="ADAL" clId="{37852649-AAD0-4274-9438-EDF996B40EA7}" dt="2026-06-01T19:09:02.762" v="465"/>
          <pc:sldLayoutMkLst>
            <pc:docMk/>
            <pc:sldMasterMk cId="3036872148" sldId="2147483648"/>
            <pc:sldLayoutMk cId="3390568338" sldId="2147483657"/>
          </pc:sldLayoutMkLst>
        </pc:sldLayoutChg>
        <pc:sldLayoutChg chg="setBg">
          <pc:chgData name="Kelsi E. Raben" userId="cfad9635-da2a-4607-b0ae-ad7c4b633248" providerId="ADAL" clId="{37852649-AAD0-4274-9438-EDF996B40EA7}" dt="2026-06-01T19:09:02.762" v="465"/>
          <pc:sldLayoutMkLst>
            <pc:docMk/>
            <pc:sldMasterMk cId="3036872148" sldId="2147483648"/>
            <pc:sldLayoutMk cId="1873878984" sldId="2147483658"/>
          </pc:sldLayoutMkLst>
        </pc:sldLayoutChg>
        <pc:sldLayoutChg chg="setBg">
          <pc:chgData name="Kelsi E. Raben" userId="cfad9635-da2a-4607-b0ae-ad7c4b633248" providerId="ADAL" clId="{37852649-AAD0-4274-9438-EDF996B40EA7}" dt="2026-06-01T19:09:02.762" v="465"/>
          <pc:sldLayoutMkLst>
            <pc:docMk/>
            <pc:sldMasterMk cId="3036872148" sldId="2147483648"/>
            <pc:sldLayoutMk cId="1563420921" sldId="214748365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315CFA1-974C-1A85-7B68-BECC1A049B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2095AD-DD89-4594-38C6-580CB1BC40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B89332-58DA-42F3-A0F3-23C680E6D78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8A451F-7951-BDF6-BCA7-C40825D8E9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216B0-77EB-6DD5-D7EF-1708B1F97D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1C443E-6F30-441B-A2D6-0488373F8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4154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ABFD1E-B00D-41A5-B229-F3BC883021A6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67D02C-69CE-4447-BD69-13E414A84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16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67D02C-69CE-4447-BD69-13E414A842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4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D5CD1-4049-CC06-9B0F-95AA9A54C2C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BA0C2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EC7559-BBA3-161D-F0E3-D5391AE65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47985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4416C-2948-E6D2-255D-F8C4252E43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84BE4-52AE-C919-7511-F1E0D787F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9459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435B1-07F4-B058-669E-8591812C9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CDAC3F-AE48-0581-66EB-22D172B00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25715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50828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BCD5E-AA1C-3393-9D8B-526C1D9F2B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E7A76-8E50-8296-E15B-5D6A6302B1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9840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44728F-C043-A330-637A-1B60C61D0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840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6803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FE271-1BE8-883F-46AF-D8EE98B7EC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7D3D0-67F4-FC32-FDD5-B984FEA4A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F3F74-1E45-3387-BE67-41A57B0F55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295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A6F9F5-657B-E13F-5921-4F18192BA9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8DCEAB-07A2-E73B-EE5D-82DF1CB84C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295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5184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E695C-DEBC-8D78-0659-0EC49A2A51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8479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8253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48BB6-E0B2-028C-1632-C15D5A2C98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EBF69-CE68-7B9E-D8F2-58280157B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3EDAF-6146-048B-8B90-020B721884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9429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999B1-4ACC-1970-D8AD-AC0480E472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B9FF66-DD05-3EB9-67AD-B39E2E4F5A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EB2A64-A592-CD1D-4463-7FAC6B968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90568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70D7D-0C58-0087-73D2-7F2A729356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1B021F-8507-1AD2-F518-B294BA3F3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3878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09A333-F494-3053-AF09-D85F4F057680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47225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C0BD28-AC15-57FD-7614-3E5F65A4A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4722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3420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8984D-8261-20D9-A927-5CCDCC9B5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472AE-D370-0D9D-C62C-C6C60CD94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209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36872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BA0C2F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6E18B-3621-4EB1-70F5-BAF8278E90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AE26B-0D3F-A10E-442B-A1A3182713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8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AEA3A-EF38-66D9-D66B-EEB18B799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04C88-2962-D37C-5D94-7EF6C9170E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SUBHEADER</a:t>
            </a:r>
          </a:p>
        </p:txBody>
      </p:sp>
    </p:spTree>
    <p:extLst>
      <p:ext uri="{BB962C8B-B14F-4D97-AF65-F5344CB8AC3E}">
        <p14:creationId xmlns:p14="http://schemas.microsoft.com/office/powerpoint/2010/main" val="399322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16785-11AE-6C91-1FEC-803E1F2E9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E4BC4-A377-840E-3888-83AAC4F72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Body Text</a:t>
            </a:r>
          </a:p>
        </p:txBody>
      </p:sp>
    </p:spTree>
    <p:extLst>
      <p:ext uri="{BB962C8B-B14F-4D97-AF65-F5344CB8AC3E}">
        <p14:creationId xmlns:p14="http://schemas.microsoft.com/office/powerpoint/2010/main" val="1941768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90D3E3FA387748B3FAAC68EE6F5FA4" ma:contentTypeVersion="15" ma:contentTypeDescription="Create a new document." ma:contentTypeScope="" ma:versionID="f7bd941e7799150ff7101d6f722fdbdc">
  <xsd:schema xmlns:xsd="http://www.w3.org/2001/XMLSchema" xmlns:xs="http://www.w3.org/2001/XMLSchema" xmlns:p="http://schemas.microsoft.com/office/2006/metadata/properties" xmlns:ns2="9e4a5906-efa2-4bed-a53c-56ffe5e3ad6e" xmlns:ns3="6f7896c1-035b-4dc5-bff2-a3da927cb674" targetNamespace="http://schemas.microsoft.com/office/2006/metadata/properties" ma:root="true" ma:fieldsID="fed78b7699fe19be73b30cbea019bcf6" ns2:_="" ns3:_="">
    <xsd:import namespace="9e4a5906-efa2-4bed-a53c-56ffe5e3ad6e"/>
    <xsd:import namespace="6f7896c1-035b-4dc5-bff2-a3da927cb67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bjectDetectorVersion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4a5906-efa2-4bed-a53c-56ffe5e3ad6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508ac21-615d-48c9-938b-0043f1da722f}" ma:internalName="TaxCatchAll" ma:showField="CatchAllData" ma:web="9e4a5906-efa2-4bed-a53c-56ffe5e3ad6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7896c1-035b-4dc5-bff2-a3da927cb6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17029be7-d989-4c55-9690-44175ae5358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f7896c1-035b-4dc5-bff2-a3da927cb674">
      <Terms xmlns="http://schemas.microsoft.com/office/infopath/2007/PartnerControls"/>
    </lcf76f155ced4ddcb4097134ff3c332f>
    <TaxCatchAll xmlns="9e4a5906-efa2-4bed-a53c-56ffe5e3ad6e" xsi:nil="true"/>
  </documentManagement>
</p:properties>
</file>

<file path=customXml/itemProps1.xml><?xml version="1.0" encoding="utf-8"?>
<ds:datastoreItem xmlns:ds="http://schemas.openxmlformats.org/officeDocument/2006/customXml" ds:itemID="{28FAB6C1-DB50-45C5-B814-6614983C36F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9D5D371-EF58-4B80-B340-62ADCEFB1C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4a5906-efa2-4bed-a53c-56ffe5e3ad6e"/>
    <ds:schemaRef ds:uri="6f7896c1-035b-4dc5-bff2-a3da927cb6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6794F93-B4FF-41CA-A337-E89D1A3B293C}">
  <ds:schemaRefs>
    <ds:schemaRef ds:uri="http://schemas.microsoft.com/office/2006/metadata/properties"/>
    <ds:schemaRef ds:uri="http://schemas.microsoft.com/office/infopath/2007/PartnerControls"/>
    <ds:schemaRef ds:uri="6f7896c1-035b-4dc5-bff2-a3da927cb674"/>
    <ds:schemaRef ds:uri="9e4a5906-efa2-4bed-a53c-56ffe5e3ad6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12</Words>
  <Application>Microsoft Office PowerPoint</Application>
  <PresentationFormat>Widescreen</PresentationFormat>
  <Paragraphs>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Roboto</vt:lpstr>
      <vt:lpstr>Office Theme</vt:lpstr>
      <vt:lpstr>TITLE</vt:lpstr>
      <vt:lpstr>SECTION HEADER</vt:lpstr>
      <vt:lpstr>TITLE</vt:lpstr>
    </vt:vector>
  </TitlesOfParts>
  <Company>Kemper CPA Group LLP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Kelsi E. Raben</dc:creator>
  <cp:lastModifiedBy>Kelsi E. Raben</cp:lastModifiedBy>
  <cp:revision>1</cp:revision>
  <dcterms:created xsi:type="dcterms:W3CDTF">2026-01-14T19:37:50Z</dcterms:created>
  <dcterms:modified xsi:type="dcterms:W3CDTF">2026-06-16T20:10:28Z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0x0101009A90D3E3FA387748B3FAAC68EE6F5FA4</vt:lpwstr>
  </property>
  <property fmtid="{D5CDD505-2E9C-101B-9397-08002B2CF9AE}" pid="3" name="MediaServiceImageTags">
    <vt:lpwstr/>
  </property>
</Properties>
</file>